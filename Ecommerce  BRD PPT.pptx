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280" y="-1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864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93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755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712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192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513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01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217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659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513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7472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17642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2461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8437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9381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7852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45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8756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616017"/>
            <a:ext cx="6711654" cy="563239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smtClean="0"/>
              <a:t>💼 </a:t>
            </a:r>
            <a:r>
              <a:rPr lang="en-US" b="1" dirty="0"/>
              <a:t>Business Use Case: Building a Unified Customer 360 View for an E-commerce </a:t>
            </a:r>
            <a:r>
              <a:rPr lang="en-US" b="1" dirty="0" smtClean="0"/>
              <a:t>Company</a:t>
            </a:r>
            <a:endParaRPr lang="en-US" b="1" dirty="0"/>
          </a:p>
          <a:p>
            <a:pPr marL="0" indent="0">
              <a:buNone/>
            </a:pPr>
            <a:r>
              <a:rPr lang="en-US" dirty="0" smtClean="0"/>
              <a:t> 📜 </a:t>
            </a:r>
            <a:r>
              <a:rPr lang="en-US" b="1" dirty="0"/>
              <a:t>Background</a:t>
            </a:r>
          </a:p>
          <a:p>
            <a:r>
              <a:rPr lang="en-US" dirty="0"/>
              <a:t>An e-commerce company operates across multiple channels — website, mobile app, customer service, and order management system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However, the customer data is scattered across different systems, making it difficult to</a:t>
            </a:r>
            <a:r>
              <a:rPr lang="en-US" dirty="0" smtClean="0"/>
              <a:t>:</a:t>
            </a:r>
            <a:endParaRPr lang="en-US" dirty="0"/>
          </a:p>
          <a:p>
            <a:r>
              <a:rPr lang="en-US" dirty="0"/>
              <a:t>Understand the full customer </a:t>
            </a:r>
            <a:r>
              <a:rPr lang="en-US" dirty="0" smtClean="0"/>
              <a:t>lifecycle</a:t>
            </a:r>
            <a:endParaRPr lang="en-US" dirty="0"/>
          </a:p>
          <a:p>
            <a:r>
              <a:rPr lang="en-US" dirty="0"/>
              <a:t>Identify high-value </a:t>
            </a:r>
            <a:r>
              <a:rPr lang="en-US" dirty="0" smtClean="0"/>
              <a:t>customers</a:t>
            </a:r>
            <a:endParaRPr lang="en-US" dirty="0"/>
          </a:p>
          <a:p>
            <a:r>
              <a:rPr lang="en-US" dirty="0"/>
              <a:t>Personalize </a:t>
            </a:r>
            <a:r>
              <a:rPr lang="en-US" dirty="0" smtClean="0"/>
              <a:t>marketing</a:t>
            </a:r>
            <a:endParaRPr lang="en-US" dirty="0"/>
          </a:p>
          <a:p>
            <a:r>
              <a:rPr lang="en-US" dirty="0"/>
              <a:t>Improve customer </a:t>
            </a:r>
            <a:r>
              <a:rPr lang="en-US" dirty="0" smtClean="0"/>
              <a:t>retention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The leadership team wants a single view of the customer that brings together</a:t>
            </a:r>
            <a:r>
              <a:rPr lang="en-US" b="1" dirty="0" smtClean="0"/>
              <a:t>:</a:t>
            </a:r>
            <a:endParaRPr lang="en-US" b="1" dirty="0"/>
          </a:p>
          <a:p>
            <a:r>
              <a:rPr lang="en-US" dirty="0"/>
              <a:t>Profile </a:t>
            </a:r>
            <a:r>
              <a:rPr lang="en-US" dirty="0" smtClean="0"/>
              <a:t>information</a:t>
            </a:r>
            <a:endParaRPr lang="en-US" dirty="0"/>
          </a:p>
          <a:p>
            <a:r>
              <a:rPr lang="en-US" dirty="0"/>
              <a:t>Purchase </a:t>
            </a:r>
            <a:r>
              <a:rPr lang="en-US" dirty="0" smtClean="0"/>
              <a:t>behavior</a:t>
            </a:r>
            <a:endParaRPr lang="en-US" dirty="0"/>
          </a:p>
          <a:p>
            <a:r>
              <a:rPr lang="en-US" dirty="0"/>
              <a:t>Payment </a:t>
            </a:r>
            <a:r>
              <a:rPr lang="en-US" dirty="0" smtClean="0"/>
              <a:t>history</a:t>
            </a:r>
            <a:endParaRPr lang="en-US" dirty="0"/>
          </a:p>
          <a:p>
            <a:r>
              <a:rPr lang="en-US" dirty="0"/>
              <a:t>Customer support </a:t>
            </a:r>
            <a:r>
              <a:rPr lang="en-US" dirty="0" smtClean="0"/>
              <a:t>interactions</a:t>
            </a:r>
            <a:endParaRPr lang="en-US" dirty="0"/>
          </a:p>
          <a:p>
            <a:r>
              <a:rPr lang="en-US" dirty="0"/>
              <a:t>Web and app activity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6626" y="904775"/>
            <a:ext cx="9057373" cy="595322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🎯 Project Objective</a:t>
            </a:r>
          </a:p>
          <a:p>
            <a:pPr marL="0" indent="0">
              <a:buNone/>
            </a:pPr>
            <a:r>
              <a:rPr lang="en-US" b="1" dirty="0"/>
              <a:t>Create a Customer 360° Dashboard in Microsoft Fabric by integrating and cleaning data from multiple messy sources using Lakehouse, </a:t>
            </a:r>
            <a:r>
              <a:rPr lang="en-US" b="1" dirty="0" err="1"/>
              <a:t>PySpark</a:t>
            </a:r>
            <a:r>
              <a:rPr lang="en-US" b="1" dirty="0"/>
              <a:t>, and Power BI to provide insights across the entire customer journey</a:t>
            </a:r>
            <a:r>
              <a:rPr lang="en-US" b="1" dirty="0" smtClean="0"/>
              <a:t>.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Based on the image, here is the extracted text, including the section on KPIs and Business Benefits</a:t>
            </a:r>
            <a:r>
              <a:rPr lang="en-US" dirty="0" smtClean="0"/>
              <a:t>:</a:t>
            </a:r>
            <a:endParaRPr lang="en-US" dirty="0"/>
          </a:p>
          <a:p>
            <a:r>
              <a:rPr lang="en-US" dirty="0"/>
              <a:t>Key Performance Indicators (KPIs) Tracked</a:t>
            </a:r>
          </a:p>
          <a:p>
            <a:r>
              <a:rPr lang="en-US" dirty="0" smtClean="0"/>
              <a:t>KPI   ----</a:t>
            </a:r>
            <a:r>
              <a:rPr lang="en-US" dirty="0"/>
              <a:t>	Description</a:t>
            </a:r>
          </a:p>
          <a:p>
            <a:r>
              <a:rPr lang="en-US" dirty="0"/>
              <a:t>Total </a:t>
            </a:r>
            <a:r>
              <a:rPr lang="en-US" dirty="0" smtClean="0"/>
              <a:t>Customers   -----</a:t>
            </a:r>
            <a:r>
              <a:rPr lang="en-US" dirty="0"/>
              <a:t>	Active customers with at least one transaction</a:t>
            </a:r>
          </a:p>
          <a:p>
            <a:r>
              <a:rPr lang="en-US" dirty="0"/>
              <a:t>Average Order Value	Spend per order</a:t>
            </a:r>
          </a:p>
          <a:p>
            <a:r>
              <a:rPr lang="en-US" dirty="0"/>
              <a:t>Repeat Customer </a:t>
            </a:r>
            <a:r>
              <a:rPr lang="en-US" dirty="0" smtClean="0"/>
              <a:t>%  &amp; Customers </a:t>
            </a:r>
            <a:r>
              <a:rPr lang="en-US" dirty="0"/>
              <a:t>with 2+ orders</a:t>
            </a:r>
          </a:p>
          <a:p>
            <a:r>
              <a:rPr lang="en-US" dirty="0"/>
              <a:t>Open Tickets </a:t>
            </a:r>
            <a:r>
              <a:rPr lang="en-US" dirty="0" smtClean="0"/>
              <a:t>Count  ------ Unresolved </a:t>
            </a:r>
            <a:r>
              <a:rPr lang="en-US" dirty="0"/>
              <a:t>customer complaints</a:t>
            </a:r>
          </a:p>
          <a:p>
            <a:r>
              <a:rPr lang="en-US" dirty="0"/>
              <a:t>Churn </a:t>
            </a:r>
            <a:r>
              <a:rPr lang="en-US" dirty="0" smtClean="0"/>
              <a:t>Risk  ------ Customers </a:t>
            </a:r>
            <a:r>
              <a:rPr lang="en-US" dirty="0"/>
              <a:t>with past tickets and no recent orders</a:t>
            </a:r>
          </a:p>
          <a:p>
            <a:r>
              <a:rPr lang="en-US" dirty="0"/>
              <a:t>Payment Mode Split	</a:t>
            </a:r>
            <a:r>
              <a:rPr lang="en-US" dirty="0" smtClean="0"/>
              <a:t>----  % </a:t>
            </a:r>
            <a:r>
              <a:rPr lang="en-US" dirty="0"/>
              <a:t>of Credit Card, UPI, Wallet, etc.</a:t>
            </a:r>
          </a:p>
          <a:p>
            <a:r>
              <a:rPr lang="en-US" dirty="0"/>
              <a:t>Device </a:t>
            </a:r>
            <a:r>
              <a:rPr lang="en-US" dirty="0" smtClean="0"/>
              <a:t>Preference  ---- Web </a:t>
            </a:r>
            <a:r>
              <a:rPr lang="en-US" dirty="0"/>
              <a:t>vs Mobile usage trend</a:t>
            </a:r>
          </a:p>
          <a:p>
            <a:pPr marL="0" indent="0">
              <a:buNone/>
            </a:pPr>
            <a:r>
              <a:rPr lang="en-US" b="1" dirty="0"/>
              <a:t>✅ Business Benefits</a:t>
            </a:r>
          </a:p>
          <a:p>
            <a:r>
              <a:rPr lang="en-US" dirty="0"/>
              <a:t>Personalized </a:t>
            </a:r>
            <a:r>
              <a:rPr lang="en-US" dirty="0" smtClean="0"/>
              <a:t>Marketing</a:t>
            </a:r>
            <a:endParaRPr lang="en-US" dirty="0"/>
          </a:p>
          <a:p>
            <a:r>
              <a:rPr lang="en-US" dirty="0"/>
              <a:t>Segment customers by behavior and preferences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Improved Customer </a:t>
            </a:r>
            <a:r>
              <a:rPr lang="en-US" dirty="0" smtClean="0"/>
              <a:t>Service</a:t>
            </a:r>
            <a:endParaRPr lang="en-US" dirty="0"/>
          </a:p>
          <a:p>
            <a:r>
              <a:rPr lang="en-US" dirty="0"/>
              <a:t>Agents can see full history before responding to queries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Smarter </a:t>
            </a:r>
            <a:r>
              <a:rPr lang="en-US" dirty="0" smtClean="0"/>
              <a:t>Decision-Making</a:t>
            </a:r>
            <a:endParaRPr lang="en-US" dirty="0"/>
          </a:p>
          <a:p>
            <a:r>
              <a:rPr lang="en-US" dirty="0"/>
              <a:t>Leadership can track KPIs and customer churn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360° Lifecycle View</a:t>
            </a:r>
            <a:endParaRPr lang="en-IN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</TotalTime>
  <Words>272</Words>
  <Application>Microsoft Office PowerPoint</Application>
  <PresentationFormat>On-screen Show (4:3)</PresentationFormat>
  <Paragraphs>34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Century Gothic</vt:lpstr>
      <vt:lpstr>Wingdings 3</vt:lpstr>
      <vt:lpstr>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STATEMENT: KPI'S REQUIREMENTS</dc:title>
  <dc:subject/>
  <dc:creator>Priyam Gupta</dc:creator>
  <cp:keywords/>
  <dc:description>generated using python-pptx</dc:description>
  <cp:lastModifiedBy>priyam gupta</cp:lastModifiedBy>
  <cp:revision>3</cp:revision>
  <dcterms:created xsi:type="dcterms:W3CDTF">2013-01-27T09:14:16Z</dcterms:created>
  <dcterms:modified xsi:type="dcterms:W3CDTF">2025-12-01T10:39:52Z</dcterms:modified>
  <cp:category/>
</cp:coreProperties>
</file>